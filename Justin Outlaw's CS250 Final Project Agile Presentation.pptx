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67B34-12E1-46F2-B190-F0DF0E52452B}" v="15" dt="2026-02-22T19:31:00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>
        <p:scale>
          <a:sx n="88" d="100"/>
          <a:sy n="88" d="100"/>
        </p:scale>
        <p:origin x="615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Outlaw" userId="ae397b4ef79cac44" providerId="LiveId" clId="{93E8C46F-B3BE-490C-9F7D-4A7C2946AB74}"/>
    <pc:docChg chg="undo custSel addSld delSld modSld">
      <pc:chgData name="Justin Outlaw" userId="ae397b4ef79cac44" providerId="LiveId" clId="{93E8C46F-B3BE-490C-9F7D-4A7C2946AB74}" dt="2026-02-22T19:31:03.480" v="2489" actId="20577"/>
      <pc:docMkLst>
        <pc:docMk/>
      </pc:docMkLst>
      <pc:sldChg chg="modSp mod">
        <pc:chgData name="Justin Outlaw" userId="ae397b4ef79cac44" providerId="LiveId" clId="{93E8C46F-B3BE-490C-9F7D-4A7C2946AB74}" dt="2026-02-22T19:27:35.960" v="2439"/>
        <pc:sldMkLst>
          <pc:docMk/>
          <pc:sldMk cId="872313924" sldId="256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872313924" sldId="256"/>
            <ac:spMk id="2" creationId="{9AAEF051-8586-72BD-8703-0578FD4A364A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872313924" sldId="256"/>
            <ac:spMk id="3" creationId="{289A6CCF-8B18-1757-1552-6B82E581C5D3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3968940088" sldId="257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3968940088" sldId="257"/>
            <ac:spMk id="2" creationId="{DF2B6D81-AA4F-335C-03FA-FAEFAB54E837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3968940088" sldId="257"/>
            <ac:spMk id="3" creationId="{0475B8F2-2E9C-0025-A0B4-5EDFC74DEDFE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4170490636" sldId="258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70490636" sldId="258"/>
            <ac:spMk id="2" creationId="{243897B0-21DF-C36E-2980-E17AA9E82673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70490636" sldId="258"/>
            <ac:spMk id="3" creationId="{089DB494-B85C-A458-5F15-EB62B3EBE908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2430222205" sldId="259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430222205" sldId="259"/>
            <ac:spMk id="2" creationId="{FEE9FD25-4F86-959C-E4D3-BE9A633BE9D7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430222205" sldId="259"/>
            <ac:spMk id="3" creationId="{C4FC11B4-A19B-3BE6-B346-DC4847491571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2683296318" sldId="260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683296318" sldId="260"/>
            <ac:spMk id="2" creationId="{BBB0355D-F0E2-038C-4385-069C8BA3FD8F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683296318" sldId="260"/>
            <ac:spMk id="3" creationId="{77CA06DF-9F21-F121-B188-B6FF26D88A05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3747814628" sldId="261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3747814628" sldId="261"/>
            <ac:spMk id="2" creationId="{FE4EFAE4-23EE-3C53-D00D-8351A331DFC4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3747814628" sldId="261"/>
            <ac:spMk id="3" creationId="{6A6C54F7-4643-0202-9390-EAF3D486088C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2902103818" sldId="262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902103818" sldId="262"/>
            <ac:spMk id="2" creationId="{78A4C105-3466-5567-1FDD-83D5603C3BD0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902103818" sldId="262"/>
            <ac:spMk id="3" creationId="{E8D5650A-07DA-DD27-AB72-1E581DF0BBA1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2820960825" sldId="263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820960825" sldId="263"/>
            <ac:spMk id="2" creationId="{DFCC8A6F-E395-90AB-6693-3A28506E9DCA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820960825" sldId="263"/>
            <ac:spMk id="3" creationId="{EAD24601-2F40-D569-1EDB-AE7C59A4C927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1375910693" sldId="264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1375910693" sldId="264"/>
            <ac:spMk id="2" creationId="{DE5CBA1E-0A1A-96C5-16F5-455C8CC6A79D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1375910693" sldId="264"/>
            <ac:spMk id="3" creationId="{7EC6991F-86C8-4B30-4209-54A97A2DF7D0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1315297245" sldId="265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1315297245" sldId="265"/>
            <ac:spMk id="2" creationId="{10C581F0-BFC7-1A51-750B-4488CEFEF246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1315297245" sldId="265"/>
            <ac:spMk id="3" creationId="{1C1FD37A-B9B9-47B6-999F-0F891BFE6974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2192515346" sldId="266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192515346" sldId="266"/>
            <ac:spMk id="2" creationId="{58FA33DA-F48B-B14E-8AD4-E915A1A6088E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2192515346" sldId="266"/>
            <ac:spMk id="3" creationId="{0AF6A142-6169-0630-2FDC-66D4B1400460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112156158" sldId="267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112156158" sldId="267"/>
            <ac:spMk id="2" creationId="{123EC25D-4791-772B-810F-B8580C91F1C2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112156158" sldId="267"/>
            <ac:spMk id="3" creationId="{44053BA8-7D5B-08B0-A8CF-A3559A09D57A}"/>
          </ac:spMkLst>
        </pc:spChg>
      </pc:sldChg>
      <pc:sldChg chg="new del">
        <pc:chgData name="Justin Outlaw" userId="ae397b4ef79cac44" providerId="LiveId" clId="{93E8C46F-B3BE-490C-9F7D-4A7C2946AB74}" dt="2026-02-22T18:19:04.135" v="889" actId="2696"/>
        <pc:sldMkLst>
          <pc:docMk/>
          <pc:sldMk cId="730782258" sldId="267"/>
        </pc:sldMkLst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3883183308" sldId="268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3883183308" sldId="268"/>
            <ac:spMk id="2" creationId="{03381A0E-1F3F-286D-5AB6-456969DC4CDC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3883183308" sldId="268"/>
            <ac:spMk id="3" creationId="{E5F7ACD3-9E82-C82F-59AC-3D86ACB1AE56}"/>
          </ac:spMkLst>
        </pc:spChg>
      </pc:sldChg>
      <pc:sldChg chg="modSp new mod">
        <pc:chgData name="Justin Outlaw" userId="ae397b4ef79cac44" providerId="LiveId" clId="{93E8C46F-B3BE-490C-9F7D-4A7C2946AB74}" dt="2026-02-22T19:27:35.960" v="2439"/>
        <pc:sldMkLst>
          <pc:docMk/>
          <pc:sldMk cId="4120993192" sldId="269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20993192" sldId="269"/>
            <ac:spMk id="2" creationId="{0AD39523-9B97-B51F-19B8-8B24C313CAED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20993192" sldId="269"/>
            <ac:spMk id="3" creationId="{976AF6A1-CEBF-25C6-3793-5397B9D0F848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20993192" sldId="269"/>
            <ac:spMk id="4" creationId="{71F30A8F-D3F2-81F1-262F-76CB7663CFE6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20993192" sldId="269"/>
            <ac:spMk id="5" creationId="{EE4F4EB4-FD9E-816C-AE62-B169EE5DEB93}"/>
          </ac:spMkLst>
        </pc:spChg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4120993192" sldId="269"/>
            <ac:spMk id="6" creationId="{FA6A15D6-116D-2211-C9F1-DC00FB3AC2D7}"/>
          </ac:spMkLst>
        </pc:spChg>
      </pc:sldChg>
      <pc:sldChg chg="modSp new mod">
        <pc:chgData name="Justin Outlaw" userId="ae397b4ef79cac44" providerId="LiveId" clId="{93E8C46F-B3BE-490C-9F7D-4A7C2946AB74}" dt="2026-02-22T19:31:03.480" v="2489" actId="20577"/>
        <pc:sldMkLst>
          <pc:docMk/>
          <pc:sldMk cId="880202635" sldId="270"/>
        </pc:sldMkLst>
        <pc:spChg chg="mod">
          <ac:chgData name="Justin Outlaw" userId="ae397b4ef79cac44" providerId="LiveId" clId="{93E8C46F-B3BE-490C-9F7D-4A7C2946AB74}" dt="2026-02-22T19:27:35.960" v="2439"/>
          <ac:spMkLst>
            <pc:docMk/>
            <pc:sldMk cId="880202635" sldId="270"/>
            <ac:spMk id="2" creationId="{0F993CD6-752D-EB23-E001-5997EAF53524}"/>
          </ac:spMkLst>
        </pc:spChg>
        <pc:spChg chg="mod">
          <ac:chgData name="Justin Outlaw" userId="ae397b4ef79cac44" providerId="LiveId" clId="{93E8C46F-B3BE-490C-9F7D-4A7C2946AB74}" dt="2026-02-22T19:31:03.480" v="2489" actId="20577"/>
          <ac:spMkLst>
            <pc:docMk/>
            <pc:sldMk cId="880202635" sldId="270"/>
            <ac:spMk id="3" creationId="{B879C46D-0C5A-43E4-CF0A-9F0B113D14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0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1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6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5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3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9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2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8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1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7461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0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10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95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03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17A9F-CC18-495F-9400-40DAA8E9389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BBE93-1398-44BA-9D16-93B88562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2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F051-8586-72BD-8703-0578FD4A3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Scrum-Agile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A6CCF-8B18-1757-1552-6B82E581C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Justin Outlaw</a:t>
            </a:r>
          </a:p>
          <a:p>
            <a:r>
              <a:rPr lang="en-US" dirty="0"/>
              <a:t>CS 250</a:t>
            </a:r>
          </a:p>
          <a:p>
            <a:r>
              <a:rPr lang="en-US" dirty="0"/>
              <a:t>2/22/26</a:t>
            </a:r>
          </a:p>
        </p:txBody>
      </p:sp>
    </p:spTree>
    <p:extLst>
      <p:ext uri="{BB962C8B-B14F-4D97-AF65-F5344CB8AC3E}">
        <p14:creationId xmlns:p14="http://schemas.microsoft.com/office/powerpoint/2010/main" val="87231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6D81-AA4F-335C-03FA-FAEFAB54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B8F2-2E9C-0025-A0B4-5EDFC74DE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Owner</a:t>
            </a:r>
          </a:p>
          <a:p>
            <a:r>
              <a:rPr lang="en-US" dirty="0"/>
              <a:t>Scrum Master</a:t>
            </a:r>
          </a:p>
          <a:p>
            <a:r>
              <a:rPr lang="en-US" dirty="0"/>
              <a:t>Development Team (consists of Developers and Testers)</a:t>
            </a:r>
          </a:p>
        </p:txBody>
      </p:sp>
    </p:spTree>
    <p:extLst>
      <p:ext uri="{BB962C8B-B14F-4D97-AF65-F5344CB8AC3E}">
        <p14:creationId xmlns:p14="http://schemas.microsoft.com/office/powerpoint/2010/main" val="396894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97B0-21DF-C36E-2980-E17AA9E8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DB494-B85C-A458-5F15-EB62B3EBE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Maintains the vision of the project</a:t>
            </a:r>
          </a:p>
          <a:p>
            <a:r>
              <a:rPr lang="en-US" dirty="0"/>
              <a:t>Is the bridge between the stakeholders/clients and the development team</a:t>
            </a:r>
          </a:p>
          <a:p>
            <a:r>
              <a:rPr lang="en-US" dirty="0"/>
              <a:t>Manages the product backlog and ensures that the final product meets all of its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7049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9FD25-4F86-959C-E4D3-BE9A633B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11B4-A19B-3BE6-B346-DC4847491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Keeps the development team on task</a:t>
            </a:r>
          </a:p>
          <a:p>
            <a:r>
              <a:rPr lang="en-US" dirty="0"/>
              <a:t>Supports team members as needed</a:t>
            </a:r>
          </a:p>
          <a:p>
            <a:r>
              <a:rPr lang="en-US" dirty="0"/>
              <a:t>Removes anything that impedes the team</a:t>
            </a:r>
          </a:p>
          <a:p>
            <a:r>
              <a:rPr lang="en-US" dirty="0"/>
              <a:t>Promotes open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43022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355D-F0E2-038C-4385-069C8BA3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06DF-9F21-F121-B188-B6FF26D88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developers and testers responsible for creating the project</a:t>
            </a:r>
          </a:p>
          <a:p>
            <a:r>
              <a:rPr lang="en-US" dirty="0"/>
              <a:t>Everyone works autonomously and adapts to changes as needed</a:t>
            </a:r>
          </a:p>
          <a:p>
            <a:r>
              <a:rPr lang="en-US" dirty="0"/>
              <a:t>No one is above anyone else, all are on the same level of importance</a:t>
            </a:r>
          </a:p>
        </p:txBody>
      </p:sp>
    </p:spTree>
    <p:extLst>
      <p:ext uri="{BB962C8B-B14F-4D97-AF65-F5344CB8AC3E}">
        <p14:creationId xmlns:p14="http://schemas.microsoft.com/office/powerpoint/2010/main" val="268329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FAE4-23EE-3C53-D00D-8351A331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54F7-4643-0202-9390-EAF3D4860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  <a:p>
            <a:r>
              <a:rPr lang="en-US" dirty="0"/>
              <a:t>Development</a:t>
            </a:r>
          </a:p>
          <a:p>
            <a:r>
              <a:rPr lang="en-US" dirty="0"/>
              <a:t>Test</a:t>
            </a:r>
          </a:p>
          <a:p>
            <a:r>
              <a:rPr lang="en-US" dirty="0"/>
              <a:t>Deployment</a:t>
            </a:r>
          </a:p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747814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C105-3466-5567-1FDD-83D5603C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5650A-07DA-DD27-AB72-1E581DF0B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over what the plans are</a:t>
            </a:r>
          </a:p>
          <a:p>
            <a:r>
              <a:rPr lang="en-US" dirty="0"/>
              <a:t>Discuss the priority of the items for the project</a:t>
            </a:r>
          </a:p>
          <a:p>
            <a:r>
              <a:rPr lang="en-US" dirty="0"/>
              <a:t>Ask any questions that come up</a:t>
            </a:r>
          </a:p>
          <a:p>
            <a:r>
              <a:rPr lang="en-US" dirty="0"/>
              <a:t>Set goals</a:t>
            </a:r>
          </a:p>
        </p:txBody>
      </p:sp>
    </p:spTree>
    <p:extLst>
      <p:ext uri="{BB962C8B-B14F-4D97-AF65-F5344CB8AC3E}">
        <p14:creationId xmlns:p14="http://schemas.microsoft.com/office/powerpoint/2010/main" val="2902103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8A6F-E395-90AB-6693-3A28506E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4601-2F40-D569-1EDB-AE7C59A4C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Creation of the project</a:t>
            </a:r>
          </a:p>
          <a:p>
            <a:r>
              <a:rPr lang="en-US" dirty="0"/>
              <a:t>Makes the plans and user stories into the features of the project</a:t>
            </a:r>
          </a:p>
          <a:p>
            <a:r>
              <a:rPr lang="en-US" dirty="0"/>
              <a:t>Refines what was talked about in the previous phase</a:t>
            </a:r>
          </a:p>
        </p:txBody>
      </p:sp>
    </p:spTree>
    <p:extLst>
      <p:ext uri="{BB962C8B-B14F-4D97-AF65-F5344CB8AC3E}">
        <p14:creationId xmlns:p14="http://schemas.microsoft.com/office/powerpoint/2010/main" val="282096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BA1E-0A1A-96C5-16F5-455C8CC6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6991F-86C8-4B30-4209-54A97A2DF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an ongoing phase</a:t>
            </a:r>
          </a:p>
          <a:p>
            <a:r>
              <a:rPr lang="en-US" dirty="0"/>
              <a:t>Features and items are constantly tested</a:t>
            </a:r>
          </a:p>
          <a:p>
            <a:r>
              <a:rPr lang="en-US" dirty="0"/>
              <a:t>Any failed tests are brought up so that changes can be made</a:t>
            </a:r>
          </a:p>
        </p:txBody>
      </p:sp>
    </p:spTree>
    <p:extLst>
      <p:ext uri="{BB962C8B-B14F-4D97-AF65-F5344CB8AC3E}">
        <p14:creationId xmlns:p14="http://schemas.microsoft.com/office/powerpoint/2010/main" val="1375910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81F0-BFC7-1A51-750B-4488CEFE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FD37A-B9B9-47B6-999F-0F891BFE6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 of the project</a:t>
            </a:r>
          </a:p>
          <a:p>
            <a:r>
              <a:rPr lang="en-US" dirty="0"/>
              <a:t>Sometime in phases for final checks and assessments</a:t>
            </a:r>
          </a:p>
          <a:p>
            <a:r>
              <a:rPr lang="en-US" dirty="0"/>
              <a:t>Can also be the release of the full project</a:t>
            </a:r>
          </a:p>
        </p:txBody>
      </p:sp>
    </p:spTree>
    <p:extLst>
      <p:ext uri="{BB962C8B-B14F-4D97-AF65-F5344CB8AC3E}">
        <p14:creationId xmlns:p14="http://schemas.microsoft.com/office/powerpoint/2010/main" val="131529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33DA-F48B-B14E-8AD4-E915A1A6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6A142-6169-0630-2FDC-66D4B1400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place after deployment of the project</a:t>
            </a:r>
          </a:p>
          <a:p>
            <a:r>
              <a:rPr lang="en-US" dirty="0"/>
              <a:t>This phase gathers user feedback from surveys, analytics, and direct communication</a:t>
            </a:r>
          </a:p>
          <a:p>
            <a:r>
              <a:rPr lang="en-US" dirty="0"/>
              <a:t>This leads to continuous improvement through fixing of the project features and for any future projects</a:t>
            </a:r>
          </a:p>
        </p:txBody>
      </p:sp>
    </p:spTree>
    <p:extLst>
      <p:ext uri="{BB962C8B-B14F-4D97-AF65-F5344CB8AC3E}">
        <p14:creationId xmlns:p14="http://schemas.microsoft.com/office/powerpoint/2010/main" val="219251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C25D-4791-772B-810F-B8580C91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Waterfall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3BA8-7D5B-08B0-A8CF-A3559A09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linear approach</a:t>
            </a:r>
          </a:p>
          <a:p>
            <a:r>
              <a:rPr lang="en-US" dirty="0"/>
              <a:t>Doesn’t handle feedback well</a:t>
            </a:r>
          </a:p>
          <a:p>
            <a:r>
              <a:rPr lang="en-US" dirty="0"/>
              <a:t>To make changes to the project you must start over from scratch</a:t>
            </a:r>
          </a:p>
        </p:txBody>
      </p:sp>
    </p:spTree>
    <p:extLst>
      <p:ext uri="{BB962C8B-B14F-4D97-AF65-F5344CB8AC3E}">
        <p14:creationId xmlns:p14="http://schemas.microsoft.com/office/powerpoint/2010/main" val="112156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1A0E-1F3F-286D-5AB6-456969DC4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7ACD3-9E82-C82F-59AC-3D86ACB1A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circular approach</a:t>
            </a:r>
          </a:p>
          <a:p>
            <a:r>
              <a:rPr lang="en-US" dirty="0"/>
              <a:t>Handles feedback well</a:t>
            </a:r>
          </a:p>
          <a:p>
            <a:r>
              <a:rPr lang="en-US" dirty="0"/>
              <a:t>Can make changes to the project at any point in time</a:t>
            </a:r>
          </a:p>
        </p:txBody>
      </p:sp>
    </p:spTree>
    <p:extLst>
      <p:ext uri="{BB962C8B-B14F-4D97-AF65-F5344CB8AC3E}">
        <p14:creationId xmlns:p14="http://schemas.microsoft.com/office/powerpoint/2010/main" val="388318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9523-9B97-B51F-19B8-8B24C313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Each Approach Is Useful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AF6A1-CEBF-25C6-3793-5397B9D0F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Agile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30A8F-D3F2-81F1-262F-76CB7663CF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you are likely to make changes to the project</a:t>
            </a:r>
          </a:p>
          <a:p>
            <a:r>
              <a:rPr lang="en-US" dirty="0"/>
              <a:t>A longer timeframe for development</a:t>
            </a:r>
          </a:p>
          <a:p>
            <a:r>
              <a:rPr lang="en-US" dirty="0"/>
              <a:t>There is a long features list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F4EB4-FD9E-816C-AE62-B169EE5DE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Waterfall Approach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A15D6-116D-2211-C9F1-DC00FB3AC2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When you are less likely to makes changes to the project</a:t>
            </a:r>
          </a:p>
          <a:p>
            <a:r>
              <a:rPr lang="en-US" dirty="0"/>
              <a:t>A shorter timeframe for development</a:t>
            </a:r>
          </a:p>
          <a:p>
            <a:r>
              <a:rPr lang="en-US" dirty="0"/>
              <a:t>There is a short features list</a:t>
            </a:r>
          </a:p>
        </p:txBody>
      </p:sp>
    </p:spTree>
    <p:extLst>
      <p:ext uri="{BB962C8B-B14F-4D97-AF65-F5344CB8AC3E}">
        <p14:creationId xmlns:p14="http://schemas.microsoft.com/office/powerpoint/2010/main" val="412099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CD6-752D-EB23-E001-5997EAF5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C46D-0C5A-43E4-CF0A-9F0B113D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>
                <a:effectLst/>
              </a:rPr>
              <a:t>Agile model in SDLC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Tutorialspoint</a:t>
            </a:r>
            <a:r>
              <a:rPr lang="en-US" dirty="0">
                <a:effectLst/>
              </a:rPr>
              <a:t>. (n.d.). 	https://www.tutorialspoint.com/sdlc/sdlc_agile_model.htm </a:t>
            </a:r>
          </a:p>
          <a:p>
            <a:r>
              <a:rPr lang="en-US" dirty="0">
                <a:effectLst/>
              </a:rPr>
              <a:t>Cobb, C. G. (2023). </a:t>
            </a:r>
            <a:r>
              <a:rPr lang="en-US" i="1" dirty="0">
                <a:effectLst/>
              </a:rPr>
              <a:t>The Project Manager’s Guide to Mastering Agile: Principles and 	practices for an adaptive approach</a:t>
            </a:r>
            <a:r>
              <a:rPr lang="en-US" dirty="0">
                <a:effectLst/>
              </a:rPr>
              <a:t>. John Wiley &amp; Sons, Inc. </a:t>
            </a:r>
          </a:p>
          <a:p>
            <a:r>
              <a:rPr lang="en-US" dirty="0">
                <a:effectLst/>
              </a:rPr>
              <a:t>CS250-Module One: SDLC methodologies. (n.d.). https://snhu-	media.snhu.edu/files/course_repository/undergraduate/cs/cs250/storyline</a:t>
            </a:r>
            <a:r>
              <a:rPr lang="en-US">
                <a:effectLst/>
              </a:rPr>
              <a:t>/m	od1</a:t>
            </a:r>
            <a:r>
              <a:rPr lang="en-US" dirty="0">
                <a:effectLst/>
              </a:rPr>
              <a:t>/story_html5.html </a:t>
            </a:r>
          </a:p>
          <a:p>
            <a:r>
              <a:rPr lang="en-US" dirty="0">
                <a:effectLst/>
              </a:rPr>
              <a:t>Overeem, B. (2016, April 15). </a:t>
            </a:r>
            <a:r>
              <a:rPr lang="en-US" i="1" dirty="0">
                <a:effectLst/>
              </a:rPr>
              <a:t>Characteristics of a great scrum team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InfoQ</a:t>
            </a:r>
            <a:r>
              <a:rPr lang="en-US" dirty="0">
                <a:effectLst/>
              </a:rPr>
              <a:t>. 	https://www.infoq.com/articles/great-scrum-team/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202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94</TotalTime>
  <Words>494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The Scrum-Agile Approach</vt:lpstr>
      <vt:lpstr>The Agile Roles</vt:lpstr>
      <vt:lpstr>Product Owner</vt:lpstr>
      <vt:lpstr>Scrum Master</vt:lpstr>
      <vt:lpstr>Development Team</vt:lpstr>
      <vt:lpstr>The Agile Phases</vt:lpstr>
      <vt:lpstr>Design</vt:lpstr>
      <vt:lpstr>Development</vt:lpstr>
      <vt:lpstr>Test</vt:lpstr>
      <vt:lpstr>Deployment</vt:lpstr>
      <vt:lpstr>Review</vt:lpstr>
      <vt:lpstr>The Waterfall Approach</vt:lpstr>
      <vt:lpstr>The Agile Approach</vt:lpstr>
      <vt:lpstr>When Each Approach Is Useful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Outlaw</dc:creator>
  <cp:lastModifiedBy>Justin Outlaw</cp:lastModifiedBy>
  <cp:revision>1</cp:revision>
  <dcterms:created xsi:type="dcterms:W3CDTF">2026-02-21T03:51:10Z</dcterms:created>
  <dcterms:modified xsi:type="dcterms:W3CDTF">2026-02-22T19:31:11Z</dcterms:modified>
</cp:coreProperties>
</file>